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j1GPM1393bf703dSWba7wFqO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9" name="Google Shape;69;p8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" name="Google Shape;75;p8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" name="Google Shape;76;p8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7" name="Google Shape;77;p8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" name="Google Shape;78;p8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8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5" name="Google Shape;85;p8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8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2" name="Google Shape;102;p8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03" name="Google Shape;103;p8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8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" name="Google Shape;108;p8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09" name="Google Shape;109;p8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8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8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8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8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1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14" name="Google Shape;114;p8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19" name="Google Shape;119;p8"/>
          <p:cNvSpPr txBox="1"/>
          <p:nvPr>
            <p:ph type="ctrTitle"/>
          </p:nvPr>
        </p:nvSpPr>
        <p:spPr>
          <a:xfrm>
            <a:off x="1293845" y="1909346"/>
            <a:ext cx="960431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" type="subTitle"/>
          </p:nvPr>
        </p:nvSpPr>
        <p:spPr>
          <a:xfrm>
            <a:off x="1293845" y="5432564"/>
            <a:ext cx="96043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rgbClr val="266F8B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21" name="Google Shape;121;p8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9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297694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0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2" name="Google Shape;132;p1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5" name="Google Shape;135;p1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6" name="Google Shape;136;p1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" name="Google Shape;137;p1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" name="Google Shape;138;p1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9" name="Google Shape;139;p1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0" name="Google Shape;140;p1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1" name="Google Shape;141;p1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4" name="Google Shape;144;p1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" name="Google Shape;145;p1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46" name="Google Shape;146;p1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47" name="Google Shape;147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1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52" name="Google Shape;152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3" name="Google Shape;153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6" name="Google Shape;156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8" name="Google Shape;158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0" name="Google Shape;160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1" name="Google Shape;161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2" name="Google Shape;162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63" name="Google Shape;163;p1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64" name="Google Shape;164;p1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5" name="Google Shape;165;p1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6" name="Google Shape;166;p1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7" name="Google Shape;167;p1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8" name="Google Shape;168;p10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69" name="Google Shape;169;p1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70" name="Google Shape;170;p1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1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1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1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75" name="Google Shape;175;p1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1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1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1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0" name="Google Shape;180;p10"/>
          <p:cNvSpPr txBox="1"/>
          <p:nvPr>
            <p:ph type="title"/>
          </p:nvPr>
        </p:nvSpPr>
        <p:spPr>
          <a:xfrm>
            <a:off x="1295400" y="2541573"/>
            <a:ext cx="9601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0"/>
          <p:cNvSpPr txBox="1"/>
          <p:nvPr>
            <p:ph idx="1" type="body"/>
          </p:nvPr>
        </p:nvSpPr>
        <p:spPr>
          <a:xfrm>
            <a:off x="1295400" y="5431536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82" name="Google Shape;182;p10"/>
          <p:cNvCxnSpPr/>
          <p:nvPr/>
        </p:nvCxnSpPr>
        <p:spPr>
          <a:xfrm>
            <a:off x="1295400" y="5294175"/>
            <a:ext cx="96012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12954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6" name="Google Shape;186;p11"/>
          <p:cNvSpPr txBox="1"/>
          <p:nvPr>
            <p:ph idx="2" type="body"/>
          </p:nvPr>
        </p:nvSpPr>
        <p:spPr>
          <a:xfrm>
            <a:off x="6324600" y="1981199"/>
            <a:ext cx="45720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7" name="Google Shape;187;p11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1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1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12954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3" name="Google Shape;193;p12"/>
          <p:cNvSpPr txBox="1"/>
          <p:nvPr>
            <p:ph idx="2" type="body"/>
          </p:nvPr>
        </p:nvSpPr>
        <p:spPr>
          <a:xfrm>
            <a:off x="12954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12"/>
          <p:cNvSpPr txBox="1"/>
          <p:nvPr>
            <p:ph idx="3" type="body"/>
          </p:nvPr>
        </p:nvSpPr>
        <p:spPr>
          <a:xfrm>
            <a:off x="6324600" y="1818322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b="0"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12"/>
          <p:cNvSpPr txBox="1"/>
          <p:nvPr>
            <p:ph idx="4" type="body"/>
          </p:nvPr>
        </p:nvSpPr>
        <p:spPr>
          <a:xfrm>
            <a:off x="6324600" y="2503713"/>
            <a:ext cx="4572000" cy="3287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302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12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4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06" name="Google Shape;206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" name="Google Shape;208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" name="Google Shape;209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" name="Google Shape;210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" name="Google Shape;211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2" name="Google Shape;212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3" name="Google Shape;213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4" name="Google Shape;214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5" name="Google Shape;215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6" name="Google Shape;216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8" name="Google Shape;218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9" name="Google Shape;219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0" name="Google Shape;220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1" name="Google Shape;221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22" name="Google Shape;222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23" name="Google Shape;223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28" name="Google Shape;228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29" name="Google Shape;229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0" name="Google Shape;230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1" name="Google Shape;231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2" name="Google Shape;232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33" name="Google Shape;233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34" name="Google Shape;234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" name="Google Shape;236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" name="Google Shape;237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8" name="Google Shape;238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9" name="Google Shape;239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40" name="Google Shape;240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1" name="Google Shape;241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2" name="Google Shape;242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3" name="Google Shape;243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4" name="Google Shape;244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45" name="Google Shape;245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46" name="Google Shape;246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8" name="Google Shape;248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49" name="Google Shape;249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9803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51" name="Google Shape;251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9803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56" name="Google Shape;256;p14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5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261" name="Google Shape;261;p15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2" name="Google Shape;262;p15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" name="Google Shape;263;p15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7" name="Google Shape;267;p15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8" name="Google Shape;268;p15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9" name="Google Shape;269;p15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0" name="Google Shape;270;p15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1" name="Google Shape;271;p15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2" name="Google Shape;272;p15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4" name="Google Shape;274;p15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5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5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7" name="Google Shape;277;p15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78" name="Google Shape;278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0" name="Google Shape;280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1" name="Google Shape;281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15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83" name="Google Shape;283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4" name="Google Shape;284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89" name="Google Shape;289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94" name="Google Shape;294;p15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95" name="Google Shape;295;p15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15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15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15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15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0" name="Google Shape;300;p15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01" name="Google Shape;301;p15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2" name="Google Shape;302;p15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3" name="Google Shape;303;p15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15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15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06" name="Google Shape;306;p15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15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" name="Google Shape;308;p15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15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15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11" name="Google Shape;311;p15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5"/>
          <p:cNvSpPr txBox="1"/>
          <p:nvPr>
            <p:ph type="title"/>
          </p:nvPr>
        </p:nvSpPr>
        <p:spPr>
          <a:xfrm>
            <a:off x="7913152" y="571500"/>
            <a:ext cx="365760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543197" y="571500"/>
            <a:ext cx="621792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15"/>
          <p:cNvSpPr txBox="1"/>
          <p:nvPr>
            <p:ph idx="2" type="body"/>
          </p:nvPr>
        </p:nvSpPr>
        <p:spPr>
          <a:xfrm>
            <a:off x="7913152" y="2995012"/>
            <a:ext cx="3657600" cy="22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315" name="Google Shape;315;p15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5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p16"/>
          <p:cNvGrpSpPr/>
          <p:nvPr/>
        </p:nvGrpSpPr>
        <p:grpSpPr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321" name="Google Shape;321;p1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2" name="Google Shape;322;p1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3" name="Google Shape;323;p1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4" name="Google Shape;324;p1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5" name="Google Shape;325;p1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6" name="Google Shape;326;p1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7" name="Google Shape;327;p1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1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9" name="Google Shape;329;p1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0" name="Google Shape;330;p1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1" name="Google Shape;331;p1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2" name="Google Shape;332;p1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3" name="Google Shape;333;p1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4" name="Google Shape;334;p1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5" name="Google Shape;335;p1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6" name="Google Shape;336;p1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66F8B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337" name="Google Shape;337;p1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38" name="Google Shape;338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1" name="Google Shape;341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2" name="Google Shape;342;p1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43" name="Google Shape;343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4" name="Google Shape;344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9" name="Google Shape;349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54" name="Google Shape;354;p1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55" name="Google Shape;355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1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60" name="Google Shape;360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1" name="Google Shape;361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4" name="Google Shape;364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5" name="Google Shape;365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66F8B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66" name="Google Shape;366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66F8B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71" name="Google Shape;371;p16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16"/>
          <p:cNvCxnSpPr/>
          <p:nvPr/>
        </p:nvCxnSpPr>
        <p:spPr>
          <a:xfrm>
            <a:off x="7923089" y="2895600"/>
            <a:ext cx="3659311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3" name="Google Shape;373;p16"/>
          <p:cNvSpPr txBox="1"/>
          <p:nvPr>
            <p:ph type="title"/>
          </p:nvPr>
        </p:nvSpPr>
        <p:spPr>
          <a:xfrm>
            <a:off x="7909560" y="576072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374" name="Google Shape;374;p16"/>
          <p:cNvSpPr/>
          <p:nvPr>
            <p:ph idx="2" type="pic"/>
          </p:nvPr>
        </p:nvSpPr>
        <p:spPr>
          <a:xfrm>
            <a:off x="4412" y="-159"/>
            <a:ext cx="73152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16"/>
          <p:cNvSpPr txBox="1"/>
          <p:nvPr>
            <p:ph idx="1" type="body"/>
          </p:nvPr>
        </p:nvSpPr>
        <p:spPr>
          <a:xfrm>
            <a:off x="7909560" y="2999232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1" type="body"/>
          </p:nvPr>
        </p:nvSpPr>
        <p:spPr>
          <a:xfrm rot="5400000">
            <a:off x="4191001" y="-914400"/>
            <a:ext cx="3809999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79" name="Google Shape;379;p1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1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1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>
            <p:ph type="title"/>
          </p:nvPr>
        </p:nvSpPr>
        <p:spPr>
          <a:xfrm rot="5400000">
            <a:off x="7402286" y="2296885"/>
            <a:ext cx="5301343" cy="1687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8"/>
          <p:cNvSpPr txBox="1"/>
          <p:nvPr>
            <p:ph idx="1" type="body"/>
          </p:nvPr>
        </p:nvSpPr>
        <p:spPr>
          <a:xfrm rot="5400000">
            <a:off x="2438400" y="-653144"/>
            <a:ext cx="5301343" cy="75873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18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18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18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2999">
              <a:schemeClr val="lt1"/>
            </a:gs>
            <a:gs pos="100000">
              <a:srgbClr val="F2F2F2">
                <a:alpha val="64705"/>
              </a:srgbClr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11" name="Google Shape;11;p7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" name="Google Shape;12;p7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" name="Google Shape;13;p7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" name="Google Shape;14;p7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" name="Google Shape;15;p7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6" name="Google Shape;16;p7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7" name="Google Shape;17;p7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" name="Google Shape;18;p7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" name="Google Shape;19;p7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" name="Google Shape;20;p7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" name="Google Shape;21;p7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" name="Google Shape;22;p7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3" name="Google Shape;23;p7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4" name="Google Shape;24;p7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" name="Google Shape;25;p7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" name="Google Shape;26;p7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4705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7" name="Google Shape;27;p7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8" name="Google Shape;28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3" name="Google Shape;33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" name="Google Shape;34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" name="Google Shape;40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" name="Google Shape;41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4" name="Google Shape;44;p7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45" name="Google Shape;45;p7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7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7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7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7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0" name="Google Shape;50;p7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1" name="Google Shape;51;p7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4705"/>
                    </a:srgbClr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6" name="Google Shape;56;p7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7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7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7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7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4705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61" name="Google Shape;61;p7"/>
          <p:cNvSpPr txBox="1"/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266F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266F8B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266F8B"/>
              </a:buClr>
              <a:buSzPts val="1800"/>
              <a:buFont typeface="Arial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600"/>
              <a:buFont typeface="Arial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6F8B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63" name="Google Shape;63;p7"/>
          <p:cNvCxnSpPr/>
          <p:nvPr/>
        </p:nvCxnSpPr>
        <p:spPr>
          <a:xfrm>
            <a:off x="609600" y="6172200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266F8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10" type="dt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"/>
          <p:cNvSpPr txBox="1"/>
          <p:nvPr>
            <p:ph type="ctrTitle"/>
          </p:nvPr>
        </p:nvSpPr>
        <p:spPr>
          <a:xfrm>
            <a:off x="1293844" y="1909346"/>
            <a:ext cx="9907555" cy="3383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EDES 301</a:t>
            </a:r>
            <a:br>
              <a:rPr lang="en-US" sz="6000"/>
            </a:br>
            <a:br>
              <a:rPr lang="en-US"/>
            </a:br>
            <a:r>
              <a:rPr lang="en-US" sz="6000"/>
              <a:t>PCB Project</a:t>
            </a:r>
            <a:endParaRPr/>
          </a:p>
        </p:txBody>
      </p:sp>
      <p:sp>
        <p:nvSpPr>
          <p:cNvPr id="393" name="Google Shape;393;p1"/>
          <p:cNvSpPr txBox="1"/>
          <p:nvPr>
            <p:ph idx="1" type="subTitle"/>
          </p:nvPr>
        </p:nvSpPr>
        <p:spPr>
          <a:xfrm>
            <a:off x="1293845" y="5432564"/>
            <a:ext cx="9604310" cy="1120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Jackson Lieb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Due 12/16/2025 @ 11:59pm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Background Information</a:t>
            </a:r>
            <a:endParaRPr/>
          </a:p>
        </p:txBody>
      </p:sp>
      <p:sp>
        <p:nvSpPr>
          <p:cNvPr id="399" name="Google Shape;399;p3"/>
          <p:cNvSpPr txBox="1"/>
          <p:nvPr>
            <p:ph idx="1" type="body"/>
          </p:nvPr>
        </p:nvSpPr>
        <p:spPr>
          <a:xfrm>
            <a:off x="609600" y="1295400"/>
            <a:ext cx="10972800" cy="4724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Create a PCB for a Talking Fish Assistant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Char char="▪"/>
            </a:pPr>
            <a:r>
              <a:rPr lang="en-US"/>
              <a:t>Hardware: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PocketBeagle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TB6612FNG Motor Driver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USB Port (Type A)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DC Barrel Jack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Screw Terminal (4 ports)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5V Regulator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Capacitor 10uF(x2), 100uF(x1)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400" name="Google Shape;4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850" y="228600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System Block Diagram – Talking Fish Assistant</a:t>
            </a:r>
            <a:endParaRPr/>
          </a:p>
        </p:txBody>
      </p:sp>
      <p:pic>
        <p:nvPicPr>
          <p:cNvPr id="406" name="Google Shape;406;p4" title="IMG_00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050" y="1321045"/>
            <a:ext cx="7227899" cy="542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"/>
          <p:cNvSpPr txBox="1"/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Mechanical Drawing</a:t>
            </a:r>
            <a:endParaRPr/>
          </a:p>
        </p:txBody>
      </p:sp>
      <p:pic>
        <p:nvPicPr>
          <p:cNvPr id="412" name="Google Shape;412;p6" title="IMG_0012.jpg"/>
          <p:cNvPicPr preferRelativeResize="0"/>
          <p:nvPr/>
        </p:nvPicPr>
        <p:blipFill rotWithShape="1">
          <a:blip r:embed="rId3">
            <a:alphaModFix/>
          </a:blip>
          <a:srcRect b="18845" l="5391" r="6222" t="18462"/>
          <a:stretch/>
        </p:blipFill>
        <p:spPr>
          <a:xfrm>
            <a:off x="1484400" y="927750"/>
            <a:ext cx="9598551" cy="510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Custom 3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2018-01-09T20:24:50Z</dcterms:created>
  <dc:creator>Erik Welsh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